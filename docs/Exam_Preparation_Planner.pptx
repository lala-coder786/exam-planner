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Preparation Planner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7C4"/>
                </a:solidFill>
              </a:rPr>
              <a:t>A Desktop Application using Python, Tkinter &amp; SQLite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FA6"/>
                </a:solidFill>
              </a:rPr>
              <a:t>College Mini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</a:rPr>
              <a:t>•  Help students organise subjects, exams and study plans in one place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</a:rPr>
              <a:t>•  Track daily / weekly / monthly study progress with actual study hours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</a:rPr>
              <a:t>•  Apply core CS concepts: GUI programming, database design, CRUD operations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</a:rPr>
              <a:t>•  Provide a simple, fully offline desktop tool - no internet required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DE"/>
                </a:solidFill>
              </a:rPr>
              <a:t>Python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</a:rPr>
              <a:t>Core application logic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DE"/>
                </a:solidFill>
              </a:rPr>
              <a:t>Tkinter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148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</a:rPr>
              <a:t>Desktop GUI (sidebar navigation, forms, tables)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DE"/>
                </a:solidFill>
              </a:rPr>
              <a:t>SQLite3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</a:rPr>
              <a:t>Local relational database, 5 linked tables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47472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DE"/>
                </a:solidFill>
              </a:rPr>
              <a:t>VS Code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4069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</a:rPr>
              <a:t>Development environment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087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Authentication (Login / Register)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150876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15087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Dashboard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79192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79192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Subject Management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2679192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679192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Exam Management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849624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849624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Study Planner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9624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849624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Progress Tracker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020056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020056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Reports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 (ER Diagram)</a:t>
            </a:r>
            <a:endParaRPr lang="en-US" sz="2800" dirty="0"/>
          </a:p>
        </p:txBody>
      </p:sp>
      <p:pic>
        <p:nvPicPr>
          <p:cNvPr id="3" name="Image 0" descr="/home/claude/ExamPreparationPlanner/docs/diagrams/er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107899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Flow</a:t>
            </a:r>
            <a:endParaRPr lang="en-US" sz="2800" dirty="0"/>
          </a:p>
        </p:txBody>
      </p:sp>
      <p:pic>
        <p:nvPicPr>
          <p:cNvPr id="3" name="Image 0" descr="/home/claude/ExamPreparationPlanner/docs/diagrams/flow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0" y="1280160"/>
            <a:ext cx="88696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Screens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</a:rPr>
              <a:t>Dashboard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0" y="14630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</a:rPr>
              <a:t>Total subjects, upcoming exams, today's plan, overall progress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39572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</a:rPr>
              <a:t>Subject / Exam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0" y="23957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</a:rPr>
              <a:t>Add, Edit, Delete, Search - full CRUD with validation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32841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</a:rPr>
              <a:t>Study Planner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0" y="3328416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</a:rPr>
              <a:t>Daily / Weekly / Monthly topics with hours &amp; completion status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261104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</a:rPr>
              <a:t>Progress Tracker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4261104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</a:rPr>
              <a:t>Subject-wise and overall progress bars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19379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</a:rPr>
              <a:t>Reports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5193792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</a:rPr>
              <a:t>Daily / Weekly / Monthly / Subject reports, export to .txt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&amp; Security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</a:rPr>
              <a:t>•  Passwords stored using SHA-256 hashing, never in plain text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17627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</a:rPr>
              <a:t>•  No empty fields allowed - checked before every insert/update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889504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</a:rPr>
              <a:t>•  Duplicate subject names blocked per user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60273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</a:rPr>
              <a:t>•  Date fields validated in YYYY-MM-DD format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31596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</a:rPr>
              <a:t>•  Foreign keys with ON DELETE CASCADE keep data consistent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</a:rPr>
              <a:t>•  All database calls wrapped in try/except for safe error handling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</a:rPr>
              <a:t>24 manual test cases executed across all modules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Test Cases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468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8056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Passed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468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Critical Bugs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</a:rPr>
              <a:t>•  Exam countdown reminders / notifications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</a:rPr>
              <a:t>•  PDF export for reports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</a:rPr>
              <a:t>•  Progress charts using matplotlib (pie / bar)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</a:rPr>
              <a:t>•  Cloud sync with a server-based database for multi-device access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7C4"/>
                </a:solidFill>
              </a:rPr>
              <a:t>Exam Preparation Planner - Python | Tkinter | SQLite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2026-08-06T07:03:03Z</dcterms:created>
  <dcterms:modified xsi:type="dcterms:W3CDTF">2026-08-06T07:03:03Z</dcterms:modified>
</cp:coreProperties>
</file>